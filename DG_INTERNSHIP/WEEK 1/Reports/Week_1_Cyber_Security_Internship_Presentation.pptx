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244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21488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WEEKLY WORK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804672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Aptos"/>
              </a:rPr>
              <a:t>CYBER SECURITY
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54680"/>
            <a:ext cx="9784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100" b="1">
                <a:solidFill>
                  <a:srgbClr val="06B6D4"/>
                </a:solidFill>
                <a:latin typeface="Aptos"/>
              </a:rPr>
              <a:t>Week 1 | Lab Setup, Linux and Network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69080"/>
            <a:ext cx="68580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Aptos"/>
              </a:rPr>
              <a:t>Vincent Kyalo Wambua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676656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0">
                <a:solidFill>
                  <a:srgbClr val="E2E8F0"/>
                </a:solidFill>
                <a:latin typeface="Aptos"/>
              </a:rPr>
              <a:t>Student ID: DG/15/OCT/CYBER/118
Internship Track: Cyber Security Intern
Organization: DG Interns Hub
Submission Date: 23 October 2026</a:t>
            </a:r>
          </a:p>
        </p:txBody>
      </p:sp>
      <p:sp>
        <p:nvSpPr>
          <p:cNvPr id="8" name="Oval 7"/>
          <p:cNvSpPr/>
          <p:nvPr/>
        </p:nvSpPr>
        <p:spPr>
          <a:xfrm>
            <a:off x="9235440" y="1005840"/>
            <a:ext cx="1234440" cy="1234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195560" y="1874519"/>
            <a:ext cx="868680" cy="868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869680" y="2743200"/>
            <a:ext cx="658368" cy="65836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0" y="3657600"/>
            <a:ext cx="1463040" cy="146304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Aptos"/>
              </a:rPr>
              <a:t>Week 1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87552"/>
            <a:ext cx="12344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900" b="0">
                <a:solidFill>
                  <a:srgbClr val="E2E8F0"/>
                </a:solidFill>
                <a:latin typeface="Aptos"/>
              </a:rPr>
              <a:t>The first week focused on building the technical foundation for future SOC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5166360" cy="1298448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32888"/>
            <a:ext cx="47548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90087"/>
            <a:ext cx="4754880" cy="5212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CIA triad, threats, vulnerabilities, risks, and security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31720"/>
            <a:ext cx="5166360" cy="1298448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532888"/>
            <a:ext cx="47548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NETWORKING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990087"/>
            <a:ext cx="4754880" cy="5212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IP/MAC, DNS, DHCP, TCP/UDP, ports, and network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31920"/>
            <a:ext cx="5166360" cy="1298448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133087"/>
            <a:ext cx="47548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LINUX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90288"/>
            <a:ext cx="4754880" cy="5212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Filesystem, users, groups, permissions, processes, and cron.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166360" cy="1298448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4133087"/>
            <a:ext cx="47548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LAB &amp;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90288"/>
            <a:ext cx="4754880" cy="5212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Virtual machines, connectivity checks, TryHackMe, and Bandit.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1">
                <a:solidFill>
                  <a:srgbClr val="94A3B8"/>
                </a:solidFill>
                <a:latin typeface="Aptos"/>
              </a:rPr>
              <a:t>DG INTERNS HUB  •  WEEK 1 CYBER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06B6D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Aptos"/>
              </a:rPr>
              <a:t>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87552"/>
            <a:ext cx="201168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WHAT I WORKED TOWARD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Understand cybersecurity fundamentals and the CIA triad.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Distinguish SOC analyst, penetration tester, and incident responder roles.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Learn OSI/TCP-IP models and common network services.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Practise Linux administration and permission management.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Prepare a controlled virtual lab and test network connectivity.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Complete assigned learning activities and document actual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1">
                <a:solidFill>
                  <a:srgbClr val="94A3B8"/>
                </a:solidFill>
                <a:latin typeface="Aptos"/>
              </a:rPr>
              <a:t>DG INTERNS HUB  •  WEEK 1 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06B6D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Aptos"/>
              </a:rPr>
              <a:t>Cybersecurity fundamentals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87552"/>
            <a:ext cx="1307592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CORE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52044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31089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CONFIDENTIALITY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310896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Information should only be accessed by authorized people.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52044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801368"/>
            <a:ext cx="31089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58568"/>
            <a:ext cx="310896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Information should remain accurate and trustworthy.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600200"/>
            <a:ext cx="352044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801368"/>
            <a:ext cx="31089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AVAILABILITY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58568"/>
            <a:ext cx="310896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Systems and information should be accessible when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Roles studied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1069848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ptos"/>
              </a:defRPr>
            </a:pPr>
            <a:r>
              <a:t>SOC analyst: monitors alerts and investigates suspicious activity.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ptos"/>
              </a:defRPr>
            </a:pPr>
            <a:r>
              <a:t>Penetration tester: assesses weaknesses with authorization.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ptos"/>
              </a:defRPr>
            </a:pPr>
            <a:r>
              <a:t>Incident responder: investigates and helps manage security incidents.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1">
                <a:solidFill>
                  <a:srgbClr val="94A3B8"/>
                </a:solidFill>
                <a:latin typeface="Aptos"/>
              </a:rPr>
              <a:t>DG INTERNS HUB  •  WEEK 1 CYBER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06B6D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Aptos"/>
              </a:rPr>
              <a:t>Networking foundations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87552"/>
            <a:ext cx="12344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NETWORKS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212080" cy="14173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4800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ADDRESSING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4800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IPv4/IPv6 identify network endpoints; MAC addresses identify network interfaces on a local link.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12080" cy="14173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55648"/>
            <a:ext cx="4800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NETWORK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12848"/>
            <a:ext cx="4800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DNS, DHCP, TCP, UDP, and common ports support communication and service discovery.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4114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8FAFC"/>
                </a:solidFill>
                <a:latin typeface="Aptos"/>
              </a:rPr>
              <a:t>Models and protocols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1042416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Reviewed the OSI and TCP/IP networking models.</a:t>
            </a:r>
          </a:p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Studied DNS, DHCP, TCP/UDP, and common services such as SSH, HTTP/HTTPS, SMB, and RDP.</a:t>
            </a:r>
          </a:p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Considered why exposed services and network traffic are relevant to security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1">
                <a:solidFill>
                  <a:srgbClr val="94A3B8"/>
                </a:solidFill>
                <a:latin typeface="Aptos"/>
              </a:rPr>
              <a:t>DG INTERNS HUB  •  WEEK 1 CYBER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06B6D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Aptos"/>
              </a:rPr>
              <a:t>Linux administration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87552"/>
            <a:ext cx="12344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COMMAND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8FAFC"/>
                </a:solidFill>
                <a:latin typeface="Aptos"/>
              </a:rPr>
              <a:t>Practical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640080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Filesystem navigation and important directories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User and group management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File permissions with chmod and chown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File and text search using find and grep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Process checks with ps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Network socket inspection with ss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Scheduled tasks using cron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828800"/>
            <a:ext cx="3749039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2029968"/>
            <a:ext cx="333755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SECURITY 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487168"/>
            <a:ext cx="3337559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Permissions help control access. Process and socket checks support basic system visibility.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1">
                <a:solidFill>
                  <a:srgbClr val="94A3B8"/>
                </a:solidFill>
                <a:latin typeface="Aptos"/>
              </a:rPr>
              <a:t>DG INTERNS HUB  •  WEEK 1 CYBER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06B6D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Aptos"/>
              </a:rPr>
              <a:t>Virtual lab and networking practice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87552"/>
            <a:ext cx="12344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1208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4800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LAB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480060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VirtualBox • Kali Linux • Ubuntu • Windows evaluation VM • isolated networking • snapshots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21208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01368"/>
            <a:ext cx="4800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NETWORK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58568"/>
            <a:ext cx="480060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IP address • subnet • default gateway • DNS • ping • routes • traceroute • network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86200"/>
            <a:ext cx="3200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8FAFC"/>
                </a:solidFill>
                <a:latin typeface="Aptos"/>
              </a:rPr>
              <a:t>Why isolation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89120"/>
            <a:ext cx="104241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0">
                <a:solidFill>
                  <a:srgbClr val="E2E8F0"/>
                </a:solidFill>
                <a:latin typeface="Aptos"/>
              </a:rPr>
              <a:t>A controlled virtual network helps reduce unnecessary exposure of vulnerable systems and provides a safer place to practise cybersecurity techniques.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1">
                <a:solidFill>
                  <a:srgbClr val="94A3B8"/>
                </a:solidFill>
                <a:latin typeface="Aptos"/>
              </a:rPr>
              <a:t>DG INTERNS HUB  •  WEEK 1 CYBER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06B6D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Aptos"/>
              </a:rPr>
              <a:t>Guided cybersecurity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87552"/>
            <a:ext cx="1810512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LEARNING PLATFORMS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12080" cy="27432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4800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TRYHACKME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4800600" cy="1965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Assigned rooms:
• Search Skills
• Learning Cyber Security
• Linux Fundamentals Part 1
• What Is Networking
• Introductory Networking
• Networking Concepts
• Pyramid of Pain
• Intro to 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212080" cy="27432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01368"/>
            <a:ext cx="4800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OVERTHEWIRE BANDIT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58568"/>
            <a:ext cx="4800600" cy="1965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Assigned challenge range: Level 0 through Level 10.
Focus: Linux command-line practice, file inspection, and step-by-step problem solving.
Passwords and sensitive challenge information are not included.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94A3B8"/>
                </a:solidFill>
                <a:latin typeface="Aptos"/>
              </a:rPr>
              <a:t>Completion: [List only completed rooms and level transitions.]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4241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0">
                <a:solidFill>
                  <a:srgbClr val="E2E8F0"/>
                </a:solidFill>
                <a:latin typeface="Aptos"/>
              </a:rPr>
              <a:t>Learning reflection: [Add one or two specific things learned from completed exercises.]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1">
                <a:solidFill>
                  <a:srgbClr val="94A3B8"/>
                </a:solidFill>
                <a:latin typeface="Aptos"/>
              </a:rPr>
              <a:t>DG INTERNS HUB  •  WEEK 1 CYBER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06B6D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Aptos"/>
              </a:rPr>
              <a:t>Key lessons learned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87552"/>
            <a:ext cx="12344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206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Cybersecurity depends on protecting confidentiality, integrity, and availability.</a:t>
            </a:r>
          </a:p>
          <a:p>
            <a:pPr>
              <a:spcAft>
                <a:spcPts val="13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Networking knowledge helps explain how systems communicate and where monitoring is useful.</a:t>
            </a:r>
          </a:p>
          <a:p>
            <a:pPr>
              <a:spcAft>
                <a:spcPts val="13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Linux users, groups, and permissions are important for controlling access.</a:t>
            </a:r>
          </a:p>
          <a:p>
            <a:pPr>
              <a:spcAft>
                <a:spcPts val="13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System and network commands provide useful visibility into basic activity.</a:t>
            </a:r>
          </a:p>
          <a:p>
            <a:pPr>
              <a:spcAft>
                <a:spcPts val="13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Virtual lab isolation and snapshots help keep practice controlled.</a:t>
            </a:r>
          </a:p>
          <a:p>
            <a:pPr>
              <a:spcAft>
                <a:spcPts val="13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Accurate documentation and evidence management are part of professional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1">
                <a:solidFill>
                  <a:srgbClr val="94A3B8"/>
                </a:solidFill>
                <a:latin typeface="Aptos"/>
              </a:rPr>
              <a:t>DG INTERNS HUB  •  WEEK 1 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06B6D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Aptos"/>
              </a:rPr>
              <a:t>Evidence and deliverables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87552"/>
            <a:ext cx="12344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0">
                <a:solidFill>
                  <a:srgbClr val="E2E8F0"/>
                </a:solidFill>
                <a:latin typeface="Aptos"/>
              </a:rPr>
              <a:t>The report summarizes the work; practical screenshots are kept in the existing Findings folder.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516636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50008"/>
            <a:ext cx="47548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07208"/>
            <a:ext cx="4754880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Theory, networking, Linux, ethics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516636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350008"/>
            <a:ext cx="47548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Writeups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07208"/>
            <a:ext cx="4754880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TryHackMe and Bandit notes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90088"/>
            <a:ext cx="516636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191256"/>
            <a:ext cx="47548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48456"/>
            <a:ext cx="4754880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Practical screenshots and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90088"/>
            <a:ext cx="516636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191256"/>
            <a:ext cx="47548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Lab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48456"/>
            <a:ext cx="4754880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VM and network information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31336"/>
            <a:ext cx="516636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032504"/>
            <a:ext cx="47548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Linux Practice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89704"/>
            <a:ext cx="4754880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Commands, users, groups, permissions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31336"/>
            <a:ext cx="516636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032504"/>
            <a:ext cx="47548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Network 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489704"/>
            <a:ext cx="4754880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Inventory and diagram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72584"/>
            <a:ext cx="516636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73752"/>
            <a:ext cx="47548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Cheat Sheet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30952"/>
            <a:ext cx="4754880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Linux command reference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672584"/>
            <a:ext cx="516636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4873752"/>
            <a:ext cx="47548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Reports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330952"/>
            <a:ext cx="4754880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Aptos"/>
              </a:rPr>
              <a:t>Weekly report and 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1">
                <a:solidFill>
                  <a:srgbClr val="94A3B8"/>
                </a:solidFill>
                <a:latin typeface="Aptos"/>
              </a:rPr>
              <a:t>DG INTERNS HUB  •  WEEK 1 CYBER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06B6D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Aptos"/>
              </a:rPr>
              <a:t>Professional and ethical practice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87552"/>
            <a:ext cx="1408176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Test systems only with authorization and within the approved scope.</a:t>
            </a:r>
          </a:p>
          <a:p>
            <a:pPr>
              <a:spcAft>
                <a:spcPts val="15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Protect passwords, credentials, and confidential information.</a:t>
            </a:r>
          </a:p>
          <a:p>
            <a:pPr>
              <a:spcAft>
                <a:spcPts val="15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Avoid exposing vulnerable lab systems to unnecessary networks.</a:t>
            </a:r>
          </a:p>
          <a:p>
            <a:pPr>
              <a:spcAft>
                <a:spcPts val="15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Document findings accurately and preserve evidence responsibly.</a:t>
            </a:r>
          </a:p>
          <a:p>
            <a:pPr>
              <a:spcAft>
                <a:spcPts val="15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Follow applicable Kenyan cybersecurity and data protection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92039"/>
            <a:ext cx="10515600" cy="1309255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51560" y="5093207"/>
            <a:ext cx="101041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LEGAL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50407"/>
            <a:ext cx="10104120" cy="45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50" b="0" dirty="0">
                <a:solidFill>
                  <a:srgbClr val="E2E8F0"/>
                </a:solidFill>
                <a:latin typeface="Aptos"/>
              </a:rPr>
              <a:t>Computer Misuse and Cybercrimes Act, 2018 (as amended) • Data Protection Act, 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1">
                <a:solidFill>
                  <a:srgbClr val="94A3B8"/>
                </a:solidFill>
                <a:latin typeface="Aptos"/>
              </a:rPr>
              <a:t>DG INTERNS HUB  •  WEEK 1 CYBER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06B6D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Aptos"/>
              </a:rPr>
              <a:t>Conclusion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87552"/>
            <a:ext cx="12344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5156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Aptos"/>
              </a:rPr>
              <a:t>Week 1 established a foundation in cybersecurity, Linux, networking, and safe laboratory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06B6D4"/>
                </a:solidFill>
                <a:latin typeface="Aptos"/>
              </a:rPr>
              <a:t>Next learning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33272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Continue networking and Linux practice.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Complete remaining assigned learning activities and record accurate results.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Build on the foundation through security monitoring and incident investigation.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45720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Aptos"/>
              </a:rPr>
              <a:t>Vincent Kyalo Wambua  •  DG Interns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1">
                <a:solidFill>
                  <a:srgbClr val="94A3B8"/>
                </a:solidFill>
                <a:latin typeface="Aptos"/>
              </a:rPr>
              <a:t>DG INTERNS HUB  •  WEEK 1 CYBER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06B6D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955</Words>
  <Application>Microsoft Office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Vincent Kyalo</dc:creator>
  <cp:keywords/>
  <dc:description>generated using python-pptx</dc:description>
  <cp:lastModifiedBy>Vincent Kyalo</cp:lastModifiedBy>
  <cp:revision>2</cp:revision>
  <dcterms:created xsi:type="dcterms:W3CDTF">2013-01-27T09:14:16Z</dcterms:created>
  <dcterms:modified xsi:type="dcterms:W3CDTF">2026-10-23T19:25:33Z</dcterms:modified>
  <cp:category/>
</cp:coreProperties>
</file>